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73" r:id="rId8"/>
    <p:sldId id="264" r:id="rId9"/>
    <p:sldId id="265" r:id="rId10"/>
    <p:sldId id="267" r:id="rId11"/>
    <p:sldId id="274" r:id="rId12"/>
    <p:sldId id="266" r:id="rId13"/>
    <p:sldId id="268" r:id="rId14"/>
    <p:sldId id="269" r:id="rId15"/>
    <p:sldId id="271" r:id="rId16"/>
    <p:sldId id="272" r:id="rId17"/>
    <p:sldId id="270" r:id="rId18"/>
    <p:sldId id="275" r:id="rId19"/>
    <p:sldId id="258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5" d="100"/>
          <a:sy n="65" d="100"/>
        </p:scale>
        <p:origin x="475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D5812-9239-9F98-1736-AF8DFA25A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3015B2-99AB-4603-095F-7C88B2F68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E49AFF-094A-C8D6-54D7-ECD372710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8C972-61F8-4CB6-BA91-602C186348C4}" type="datetimeFigureOut">
              <a:rPr lang="es-UY" smtClean="0"/>
              <a:t>12/8/2026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63F351-307E-FDB4-DCD6-9A242268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941243-88AD-B0B5-E4F2-DFDDDD070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DD16-1F6A-4A9B-9729-2D947D591C5C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71283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8C9A9-53EC-438C-7567-FBE62BBA3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A34214-E317-1961-DE05-BA7DEFE05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344096-15E3-01B7-5593-618B9EE5F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8C972-61F8-4CB6-BA91-602C186348C4}" type="datetimeFigureOut">
              <a:rPr lang="es-UY" smtClean="0"/>
              <a:t>12/8/2026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FC4B4E-EE20-49CE-0E58-DE30953A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38DAD1-D536-9640-ECFB-59462FEF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DD16-1F6A-4A9B-9729-2D947D591C5C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054657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708F8-DB94-191D-522D-6C2C20255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D77687-D9BF-85BE-A7D6-5A3014C7A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B59DEF-8C2F-A42E-7C7B-55C39435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8C972-61F8-4CB6-BA91-602C186348C4}" type="datetimeFigureOut">
              <a:rPr lang="es-UY" smtClean="0"/>
              <a:t>12/8/2026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8A91E3-8A1B-D36A-1D0C-61937713D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32AF9D-5636-7066-6A8F-4D6BC7C7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DD16-1F6A-4A9B-9729-2D947D591C5C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747808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0888E-999B-264B-028D-005332C6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DF9014-5B9B-6351-9A69-1D6C5248D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1D6E947-10CC-FFCA-626A-9FF64E05C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B7A039-1432-D4BE-9DDD-08D60990A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8C972-61F8-4CB6-BA91-602C186348C4}" type="datetimeFigureOut">
              <a:rPr lang="es-UY" smtClean="0"/>
              <a:t>12/8/2026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A2E64E-8D21-EBDB-75AA-E8A1224F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4B964E-BA8E-ADFB-8463-BDB6E1E2E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DD16-1F6A-4A9B-9729-2D947D591C5C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741060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35733-153A-AFF2-D272-A108A277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667655-CD95-4074-1548-69D796219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F75D41-CDEF-38BD-546C-95E6EEC4CC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5D5EBC-9887-BCE8-46F1-AEB099427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C7221A-878A-1A6A-86D8-A55EA5589D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D2DDC05-B9A7-34DF-4986-8600269E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8C972-61F8-4CB6-BA91-602C186348C4}" type="datetimeFigureOut">
              <a:rPr lang="es-UY" smtClean="0"/>
              <a:t>12/8/2026</a:t>
            </a:fld>
            <a:endParaRPr lang="es-UY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A92588-EE4C-658A-0F9F-18F370E76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B8464E5-BC06-8014-DCC9-D16903BB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DD16-1F6A-4A9B-9729-2D947D591C5C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071728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F3140B-47EB-967B-F36B-835491D6A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4E79F99-B6C2-0DFA-A2AE-91A95815A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8C972-61F8-4CB6-BA91-602C186348C4}" type="datetimeFigureOut">
              <a:rPr lang="es-UY" smtClean="0"/>
              <a:t>12/8/2026</a:t>
            </a:fld>
            <a:endParaRPr lang="es-UY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D98405D-C828-E42C-BB25-94D8101D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AB72A6-2B54-B10B-69F2-F314F5F0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DD16-1F6A-4A9B-9729-2D947D591C5C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845655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835E221-1FE5-56B0-1D6F-7D89FA14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8C972-61F8-4CB6-BA91-602C186348C4}" type="datetimeFigureOut">
              <a:rPr lang="es-UY" smtClean="0"/>
              <a:t>12/8/2026</a:t>
            </a:fld>
            <a:endParaRPr lang="es-UY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0C7FABF-10BB-21AA-C28E-DD4895544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DD6C49-62C6-6083-A6E1-075E9F00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DD16-1F6A-4A9B-9729-2D947D591C5C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021679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52C6C3-2B18-A4CD-18A9-D44B2C723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A40FA4-3FD6-BCCD-0C6C-60A57FDAE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F1C326-4AC8-05AE-71D1-C84CD5628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1FB75D-6ABD-88A4-DB90-71D400B45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8C972-61F8-4CB6-BA91-602C186348C4}" type="datetimeFigureOut">
              <a:rPr lang="es-UY" smtClean="0"/>
              <a:t>12/8/2026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07ED7B-C0F4-F9DE-D088-D78754835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CB8124-058C-9F6B-F5FD-82EA0DABA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DD16-1F6A-4A9B-9729-2D947D591C5C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292482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5C634-A65C-A69C-BA0F-739EBF7C6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FEBD64-A173-E396-D95B-53419250E9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247C58-032F-FF70-5C0C-FCF5D4578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6BE79D-CAA7-2BFF-9438-A3F308979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8C972-61F8-4CB6-BA91-602C186348C4}" type="datetimeFigureOut">
              <a:rPr lang="es-UY" smtClean="0"/>
              <a:t>12/8/2026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A3B6E3-2A02-E2A2-DA3D-DD6BB2F73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F8583C-5826-0605-69B5-4C3A5D870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DD16-1F6A-4A9B-9729-2D947D591C5C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431265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6456E-706F-686A-3119-755D6D7AF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B3DD27A-21BA-61F9-9544-F64C7701E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722408-589E-F727-8BE2-DC6322B3C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8C972-61F8-4CB6-BA91-602C186348C4}" type="datetimeFigureOut">
              <a:rPr lang="es-UY" smtClean="0"/>
              <a:t>12/8/2026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65126D-86FE-908C-3945-8A46B3A2E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7C1FBA-4329-9A64-B514-C7CE894C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DD16-1F6A-4A9B-9729-2D947D591C5C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604209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C0B2EF-CDE7-2B0A-D4BE-66A034F4E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7E5C88-BDC9-85FB-354C-B64EE19AB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172293-211B-3DC1-4B05-6AD02C3BD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8C972-61F8-4CB6-BA91-602C186348C4}" type="datetimeFigureOut">
              <a:rPr lang="es-UY" smtClean="0"/>
              <a:t>12/8/2026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F47A1B-669C-EAE4-7F78-3592854C9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818A8B-6A37-8376-0435-6DFCB90CF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DD16-1F6A-4A9B-9729-2D947D591C5C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456661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F14B982-42FB-65C3-E903-42F0ABD13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017847-B5DA-0164-7A0E-95E70B2D0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B2962E-D9FF-44F2-BC03-9A47EB5A0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8C972-61F8-4CB6-BA91-602C186348C4}" type="datetimeFigureOut">
              <a:rPr lang="es-UY" smtClean="0"/>
              <a:t>12/8/2026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E88821-D445-BFFF-8553-297E2F5BC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B41F80-2990-8DCE-531E-F47612CD0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7DD16-1F6A-4A9B-9729-2D947D591C5C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401422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ocs.github.com/es/pull-requests/reference/branches" TargetMode="Externa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358D4-1B8D-2709-850B-5C79A6EBF1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UY" dirty="0"/>
              <a:t>Primeros pasos en </a:t>
            </a:r>
            <a:r>
              <a:rPr lang="es-UY" dirty="0" err="1"/>
              <a:t>github</a:t>
            </a:r>
            <a:endParaRPr lang="es-UY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68E354-D2DD-01F1-38EC-756112ACD3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UY" dirty="0"/>
              <a:t>Reproducibilidad, versionado y trabajo </a:t>
            </a:r>
            <a:r>
              <a:rPr lang="es-UY"/>
              <a:t>en equipo</a:t>
            </a:r>
          </a:p>
        </p:txBody>
      </p:sp>
    </p:spTree>
    <p:extLst>
      <p:ext uri="{BB962C8B-B14F-4D97-AF65-F5344CB8AC3E}">
        <p14:creationId xmlns:p14="http://schemas.microsoft.com/office/powerpoint/2010/main" val="326204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86532-2462-FB2A-A0C8-E0A9209A3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1-Creación de usuario </a:t>
            </a:r>
            <a:r>
              <a:rPr lang="es-UY" dirty="0" err="1"/>
              <a:t>github</a:t>
            </a:r>
            <a:endParaRPr lang="es-UY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512174-815F-D998-7A74-80701A285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433985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FDA217-1EB1-F1B0-9511-5579E42A6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2865"/>
            <a:ext cx="12192000" cy="479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98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ABA6554-9E28-9F81-0ABC-1B06D73BA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394"/>
            <a:ext cx="12192000" cy="615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00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1947E02-BF09-1676-6F28-811C60D7B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511"/>
            <a:ext cx="12192000" cy="614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58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312794E-8B6E-620D-9839-BAB6E838B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42"/>
            <a:ext cx="12192000" cy="567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161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68938-0818-767B-D1A6-3115602B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C1CBB-2500-B732-A2D7-E4C453866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2-Creación de repositorio personal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6D82F3-9FD9-62B0-EC98-4DEBCC53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427759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648AC8C-0AE9-9402-8521-F27967095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6660"/>
            <a:ext cx="12192000" cy="564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9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5B0B7F-CCD1-BB8C-60B4-6C249EB6C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278"/>
            <a:ext cx="12192000" cy="61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814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401186F-125C-28BD-E486-3D3532460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915"/>
            <a:ext cx="12192000" cy="530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98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69798-3401-63CB-78CD-03E10442F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D19E8-DFF9-D06E-7139-6319E0733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3-Repositorio equipo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4E5BBA-5F47-FA3C-36FD-39BA3D503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116774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D1BC1-EBDF-0035-E664-BDC7A755F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Si soy coordinador: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A1B71B-CCFA-98F5-7118-FBB3939E2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3" y="1449562"/>
            <a:ext cx="12192000" cy="5265161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1FB502BE-ADDE-E5CD-054D-AEDC97595352}"/>
              </a:ext>
            </a:extLst>
          </p:cNvPr>
          <p:cNvSpPr/>
          <p:nvPr/>
        </p:nvSpPr>
        <p:spPr>
          <a:xfrm>
            <a:off x="10323223" y="2595824"/>
            <a:ext cx="834013" cy="562708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064669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283EF1D-396E-6572-9F76-2F57E8F39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806"/>
            <a:ext cx="12192000" cy="606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733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109131-E296-185E-577B-774514B60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1276"/>
            <a:ext cx="12192000" cy="537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04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0FC16A9-1459-F0EA-32AD-B50B88551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713"/>
            <a:ext cx="12192000" cy="605150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AF9D325-A2DD-7AC1-9322-8CB8FBC488C0}"/>
              </a:ext>
            </a:extLst>
          </p:cNvPr>
          <p:cNvSpPr txBox="1"/>
          <p:nvPr/>
        </p:nvSpPr>
        <p:spPr>
          <a:xfrm>
            <a:off x="108155" y="108155"/>
            <a:ext cx="6735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Y" dirty="0"/>
              <a:t>Agregar colaboradores</a:t>
            </a:r>
          </a:p>
        </p:txBody>
      </p:sp>
    </p:spTree>
    <p:extLst>
      <p:ext uri="{BB962C8B-B14F-4D97-AF65-F5344CB8AC3E}">
        <p14:creationId xmlns:p14="http://schemas.microsoft.com/office/powerpoint/2010/main" val="335194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6D4C58-15C9-DDF5-22E1-4AF1FDFA0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042"/>
            <a:ext cx="12192000" cy="607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23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08E3F-8C8C-018D-8F5E-BF4D17F3F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742D3-9D36-CEE3-9E6B-5AD533720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Si no soy coordinador: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7A6B64-CB50-B4BB-C163-E2B3B00FE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43" y="1437078"/>
            <a:ext cx="10790855" cy="636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13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BF420-3B7D-B5AB-1AE9-05AF91032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2289F-9D13-56C9-9208-55F173AA3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3-Como es el repositorio equipo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BBB16B-5D61-D5CA-1725-3BF79BAEA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704864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98CB704-DF72-2127-AB5F-72FE22B05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203"/>
            <a:ext cx="12192000" cy="6419594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57423F51-A51E-A1B3-5E0C-9DF8D5561886}"/>
              </a:ext>
            </a:extLst>
          </p:cNvPr>
          <p:cNvSpPr/>
          <p:nvPr/>
        </p:nvSpPr>
        <p:spPr>
          <a:xfrm>
            <a:off x="805597" y="462224"/>
            <a:ext cx="834013" cy="562708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95794A1-75C0-52C0-DE0D-B286C44FAF83}"/>
              </a:ext>
            </a:extLst>
          </p:cNvPr>
          <p:cNvCxnSpPr>
            <a:endCxn id="4" idx="6"/>
          </p:cNvCxnSpPr>
          <p:nvPr/>
        </p:nvCxnSpPr>
        <p:spPr>
          <a:xfrm flipH="1">
            <a:off x="1639610" y="550606"/>
            <a:ext cx="1437887" cy="192972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EFCDA924-3C21-2370-8052-8195340AD79A}"/>
              </a:ext>
            </a:extLst>
          </p:cNvPr>
          <p:cNvSpPr txBox="1"/>
          <p:nvPr/>
        </p:nvSpPr>
        <p:spPr>
          <a:xfrm>
            <a:off x="3077496" y="403851"/>
            <a:ext cx="3333136" cy="369332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UY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Nombre usuario coordinador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175E9D9-D5A8-54AE-986F-2B96F654B61F}"/>
              </a:ext>
            </a:extLst>
          </p:cNvPr>
          <p:cNvSpPr/>
          <p:nvPr/>
        </p:nvSpPr>
        <p:spPr>
          <a:xfrm>
            <a:off x="1222603" y="2490948"/>
            <a:ext cx="1809135" cy="393291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D7FA92E-41C9-DB31-2824-D67B6F6D87C3}"/>
              </a:ext>
            </a:extLst>
          </p:cNvPr>
          <p:cNvSpPr txBox="1"/>
          <p:nvPr/>
        </p:nvSpPr>
        <p:spPr>
          <a:xfrm>
            <a:off x="0" y="2402970"/>
            <a:ext cx="1130710" cy="1200329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UY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Nombre usuario agrega archivos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EA4C78A-EF78-2032-82CC-CA738116F1E1}"/>
              </a:ext>
            </a:extLst>
          </p:cNvPr>
          <p:cNvSpPr txBox="1"/>
          <p:nvPr/>
        </p:nvSpPr>
        <p:spPr>
          <a:xfrm>
            <a:off x="1222602" y="3395449"/>
            <a:ext cx="7311797" cy="369332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UY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Coordinador: editar README</a:t>
            </a:r>
          </a:p>
        </p:txBody>
      </p:sp>
    </p:spTree>
    <p:extLst>
      <p:ext uri="{BB962C8B-B14F-4D97-AF65-F5344CB8AC3E}">
        <p14:creationId xmlns:p14="http://schemas.microsoft.com/office/powerpoint/2010/main" val="1090818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B7F681-9049-DE18-2375-EFCDF7408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Crear una rama: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B626870-A5AF-B435-5B65-6565F05A01EB}"/>
              </a:ext>
            </a:extLst>
          </p:cNvPr>
          <p:cNvSpPr txBox="1"/>
          <p:nvPr/>
        </p:nvSpPr>
        <p:spPr>
          <a:xfrm>
            <a:off x="6576646" y="3651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Y" dirty="0">
                <a:hlinkClick r:id="rId2"/>
              </a:rPr>
              <a:t>Ramas - Documentación de GitHub</a:t>
            </a:r>
            <a:endParaRPr lang="es-UY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ED24BB5-D16C-5B75-9EEB-312EDB20B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39" y="1315026"/>
            <a:ext cx="12192000" cy="554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750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054D8A5-772D-46F1-61BD-07D16465C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5208"/>
            <a:ext cx="12192000" cy="430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4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69154C-3F46-0B73-53A7-37B1FC439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Clonar repositorio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AB15B7-64D5-7684-B8FC-1F3E1D2F7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Y" dirty="0"/>
              <a:t>= tener el trabajo en mi computadora personal</a:t>
            </a:r>
          </a:p>
        </p:txBody>
      </p:sp>
    </p:spTree>
    <p:extLst>
      <p:ext uri="{BB962C8B-B14F-4D97-AF65-F5344CB8AC3E}">
        <p14:creationId xmlns:p14="http://schemas.microsoft.com/office/powerpoint/2010/main" val="3926644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9F0C9-EE11-EC0C-18F1-230F727B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Opción 1: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A89D88-D1BB-310B-0390-3D42907E7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69" y="1361986"/>
            <a:ext cx="10691031" cy="549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41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71317D-663F-18A0-2AD1-9A89AF554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76" y="850881"/>
            <a:ext cx="3840312" cy="395558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08B2C4F-53B3-AF0A-A3D9-AD8A5C273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206" y="850881"/>
            <a:ext cx="7676794" cy="407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700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9150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70</Words>
  <Application>Microsoft Office PowerPoint</Application>
  <PresentationFormat>Panorámica</PresentationFormat>
  <Paragraphs>17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Tema de Office</vt:lpstr>
      <vt:lpstr>Primeros pasos en github</vt:lpstr>
      <vt:lpstr>1-Creación de usuario github</vt:lpstr>
      <vt:lpstr>Presentación de PowerPoint</vt:lpstr>
      <vt:lpstr>Presentación de PowerPoint</vt:lpstr>
      <vt:lpstr>Presentación de PowerPoint</vt:lpstr>
      <vt:lpstr>Presentación de PowerPoint</vt:lpstr>
      <vt:lpstr>2-Creación de repositorio personal</vt:lpstr>
      <vt:lpstr>Presentación de PowerPoint</vt:lpstr>
      <vt:lpstr>Presentación de PowerPoint</vt:lpstr>
      <vt:lpstr>Presentación de PowerPoint</vt:lpstr>
      <vt:lpstr>3-Repositorio equipo</vt:lpstr>
      <vt:lpstr>Si soy coordinador:</vt:lpstr>
      <vt:lpstr>Presentación de PowerPoint</vt:lpstr>
      <vt:lpstr>Presentación de PowerPoint</vt:lpstr>
      <vt:lpstr>Presentación de PowerPoint</vt:lpstr>
      <vt:lpstr>Presentación de PowerPoint</vt:lpstr>
      <vt:lpstr>Si no soy coordinador:</vt:lpstr>
      <vt:lpstr>3-Como es el repositorio equipo</vt:lpstr>
      <vt:lpstr>Presentación de PowerPoint</vt:lpstr>
      <vt:lpstr>Crear una rama:</vt:lpstr>
      <vt:lpstr>Presentación de PowerPoint</vt:lpstr>
      <vt:lpstr>Clonar repositorio</vt:lpstr>
      <vt:lpstr>Opción 1: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Joselina Davyt</dc:creator>
  <cp:lastModifiedBy>Joselina Davyt</cp:lastModifiedBy>
  <cp:revision>1</cp:revision>
  <dcterms:created xsi:type="dcterms:W3CDTF">2026-08-12T12:17:44Z</dcterms:created>
  <dcterms:modified xsi:type="dcterms:W3CDTF">2026-08-12T12:57:01Z</dcterms:modified>
</cp:coreProperties>
</file>